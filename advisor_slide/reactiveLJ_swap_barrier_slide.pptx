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ctiveLJ_swap_barrier_sli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2026-04-06T14:55:30Z</dcterms:created>
  <dcterms:modified xsi:type="dcterms:W3CDTF">2026-04-06T14:55:30Z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gin-bottom">
    <vt:lpwstr>0</vt:lpwstr>
  </property>
  <property fmtid="{D5CDD505-2E9C-101B-9397-08002B2CF9AE}" pid="3" name="margin-left">
    <vt:lpwstr>0</vt:lpwstr>
  </property>
  <property fmtid="{D5CDD505-2E9C-101B-9397-08002B2CF9AE}" pid="4" name="margin-right">
    <vt:lpwstr>0</vt:lpwstr>
  </property>
  <property fmtid="{D5CDD505-2E9C-101B-9397-08002B2CF9AE}" pid="5" name="margin-top">
    <vt:lpwstr>0</vt:lpwstr>
  </property>
</Properties>
</file>